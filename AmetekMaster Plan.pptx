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8229600"/>
  <p:notesSz cx="14630400" cy="82296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1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rey - Hotmail Walters" userId="faad3622928f2be8" providerId="LiveId" clId="{D5917081-F2CD-464A-8069-1DA5B17A1677}"/>
    <pc:docChg chg="modSld">
      <pc:chgData name="Jeffrey - Hotmail Walters" userId="faad3622928f2be8" providerId="LiveId" clId="{D5917081-F2CD-464A-8069-1DA5B17A1677}" dt="2026-05-06T11:53:43.289" v="0" actId="14100"/>
      <pc:docMkLst>
        <pc:docMk/>
      </pc:docMkLst>
      <pc:sldChg chg="modSp mod">
        <pc:chgData name="Jeffrey - Hotmail Walters" userId="faad3622928f2be8" providerId="LiveId" clId="{D5917081-F2CD-464A-8069-1DA5B17A1677}" dt="2026-05-06T11:53:43.289" v="0" actId="14100"/>
        <pc:sldMkLst>
          <pc:docMk/>
          <pc:sldMk cId="0" sldId="256"/>
        </pc:sldMkLst>
        <pc:picChg chg="mod">
          <ac:chgData name="Jeffrey - Hotmail Walters" userId="faad3622928f2be8" providerId="LiveId" clId="{D5917081-F2CD-464A-8069-1DA5B17A1677}" dt="2026-05-06T11:53:43.289" v="0" actId="14100"/>
          <ac:picMkLst>
            <pc:docMk/>
            <pc:sldMk cId="0" sldId="256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4827753" cy="114578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Jeff Walters</cp:lastModifiedBy>
  <cp:revision>1</cp:revision>
  <dcterms:modified xsi:type="dcterms:W3CDTF">2026-05-06T11:53:54Z</dcterms:modified>
</cp:coreProperties>
</file>